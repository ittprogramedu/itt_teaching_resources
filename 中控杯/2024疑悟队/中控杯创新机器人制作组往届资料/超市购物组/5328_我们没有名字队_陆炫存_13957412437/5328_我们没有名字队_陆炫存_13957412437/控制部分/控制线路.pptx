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9" y="748426"/>
            <a:ext cx="5760642" cy="5697290"/>
          </a:xfrm>
          <a:prstGeom prst="rect">
            <a:avLst/>
          </a:prstGeom>
        </p:spPr>
      </p:pic>
      <p:cxnSp>
        <p:nvCxnSpPr>
          <p:cNvPr id="50" name="直接箭头连接符 49"/>
          <p:cNvCxnSpPr/>
          <p:nvPr/>
        </p:nvCxnSpPr>
        <p:spPr>
          <a:xfrm flipV="1">
            <a:off x="2081530" y="2333625"/>
            <a:ext cx="2525395" cy="18415"/>
          </a:xfrm>
          <a:prstGeom prst="straightConnector1">
            <a:avLst/>
          </a:prstGeom>
          <a:ln w="476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2124710" y="2352040"/>
            <a:ext cx="8890" cy="2495550"/>
          </a:xfrm>
          <a:prstGeom prst="straightConnector1">
            <a:avLst/>
          </a:prstGeom>
          <a:ln w="476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H="1">
            <a:off x="4597400" y="2333625"/>
            <a:ext cx="9525" cy="2500630"/>
          </a:xfrm>
          <a:prstGeom prst="straightConnector1">
            <a:avLst/>
          </a:prstGeom>
          <a:ln w="476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 flipV="1">
            <a:off x="1116965" y="5814060"/>
            <a:ext cx="1007745" cy="9525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167765" y="4798695"/>
            <a:ext cx="952500" cy="2794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2120265" y="4798695"/>
            <a:ext cx="4445" cy="98933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2124710" y="5796280"/>
            <a:ext cx="3590290" cy="27305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5586095" y="1390015"/>
            <a:ext cx="635" cy="439801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1125855" y="1362710"/>
            <a:ext cx="4488815" cy="889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125855" y="1371600"/>
            <a:ext cx="9525" cy="3444240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71220" y="5032375"/>
            <a:ext cx="494665" cy="52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872355" y="5032375"/>
            <a:ext cx="494665" cy="52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872355" y="1569085"/>
            <a:ext cx="494665" cy="52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97000" y="1569085"/>
            <a:ext cx="494665" cy="52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65885" y="4041775"/>
            <a:ext cx="494665" cy="522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658495" y="4815840"/>
            <a:ext cx="3957320" cy="18415"/>
          </a:xfrm>
          <a:prstGeom prst="straightConnector1">
            <a:avLst/>
          </a:prstGeom>
          <a:ln w="476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891665" y="1569085"/>
            <a:ext cx="494665" cy="522605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354830" y="1569085"/>
            <a:ext cx="494665" cy="522605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397000" y="2091690"/>
            <a:ext cx="494665" cy="522605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849495" y="2091690"/>
            <a:ext cx="494665" cy="522605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849495" y="4509770"/>
            <a:ext cx="494665" cy="522605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354830" y="5032375"/>
            <a:ext cx="494665" cy="522605"/>
          </a:xfrm>
          <a:prstGeom prst="rect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878320" y="346075"/>
            <a:ext cx="4213860" cy="609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/>
              <a:t>  我们的总体策略是用旋转对称的方式完成四周四个货架的货物收集，这之后反向旋转一周完成中央货架货物收集。机器人将购物车携带在货架一侧一起运动，每次依次检查货物是否符合收集标准，选择并收集，在走到货架尽头后放下购物车并自行绕到购物车侧面，开启下一轮收集。在四轮收集结束后，绕购物车转180°，以类似方法进行中央货架货物收集。最终机器人正向旋转一圈反向旋转一圈可以顺利回到起点区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陆 炫存</cp:lastModifiedBy>
  <cp:revision>8</cp:revision>
  <dcterms:created xsi:type="dcterms:W3CDTF">2020-12-26T12:19:00Z</dcterms:created>
  <dcterms:modified xsi:type="dcterms:W3CDTF">2021-09-18T14:11:32Z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