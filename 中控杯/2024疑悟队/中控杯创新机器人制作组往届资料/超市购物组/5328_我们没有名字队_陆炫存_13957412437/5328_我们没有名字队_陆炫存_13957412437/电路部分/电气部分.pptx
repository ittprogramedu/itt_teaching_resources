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4" y="54"/>
      </p:cViewPr>
      <p:guideLst>
        <p:guide orient="horz" pos="2161"/>
        <p:guide pos="385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932" y="2588318"/>
            <a:ext cx="10853048" cy="899180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932" y="3566210"/>
            <a:ext cx="10853048" cy="950997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2" y="432006"/>
            <a:ext cx="10853048" cy="648009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932" y="1296018"/>
            <a:ext cx="10853048" cy="5041426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80" y="3808784"/>
            <a:ext cx="10853048" cy="624854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75" y="4511739"/>
            <a:ext cx="10853048" cy="1078000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2" y="432006"/>
            <a:ext cx="10853048" cy="648009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80" y="1296018"/>
            <a:ext cx="5283637" cy="5040071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9343" y="1296018"/>
            <a:ext cx="5283637" cy="5040071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2" y="432006"/>
            <a:ext cx="10853048" cy="648009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80" y="1296018"/>
            <a:ext cx="5283637" cy="381008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75" y="1789068"/>
            <a:ext cx="5283595" cy="4552298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6216" y="1296018"/>
            <a:ext cx="5283637" cy="381008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6216" y="1789068"/>
            <a:ext cx="5283637" cy="4552298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80" y="1296018"/>
            <a:ext cx="5283637" cy="5040071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9391" y="1296018"/>
            <a:ext cx="5283637" cy="5040071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925" y="952521"/>
            <a:ext cx="951055" cy="5388983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75" y="952513"/>
            <a:ext cx="9828835" cy="5388983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80" y="952521"/>
            <a:ext cx="10853048" cy="5040071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932" y="2588318"/>
            <a:ext cx="10853048" cy="899180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932" y="432006"/>
            <a:ext cx="10853048" cy="648009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69932" y="1296018"/>
            <a:ext cx="10853048" cy="5040071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808" y="6349923"/>
            <a:ext cx="2700202" cy="316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307" y="6349923"/>
            <a:ext cx="3960296" cy="316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1243" y="6349923"/>
            <a:ext cx="2700202" cy="316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6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 rot="0">
            <a:off x="7799705" y="3052445"/>
            <a:ext cx="1647825" cy="749300"/>
            <a:chOff x="7158" y="4771"/>
            <a:chExt cx="2319" cy="1294"/>
          </a:xfrm>
        </p:grpSpPr>
        <p:sp>
          <p:nvSpPr>
            <p:cNvPr id="22" name="流程图: 过程 21"/>
            <p:cNvSpPr/>
            <p:nvPr/>
          </p:nvSpPr>
          <p:spPr>
            <a:xfrm>
              <a:off x="7158" y="4771"/>
              <a:ext cx="2319" cy="1294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6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7211" y="4906"/>
              <a:ext cx="2266" cy="1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1600"/>
                <a:t>arduino mega 2560</a:t>
              </a:r>
              <a:endParaRPr lang="en-US" sz="1600"/>
            </a:p>
          </p:txBody>
        </p:sp>
      </p:grpSp>
      <p:grpSp>
        <p:nvGrpSpPr>
          <p:cNvPr id="8" name="组合 7"/>
          <p:cNvGrpSpPr/>
          <p:nvPr/>
        </p:nvGrpSpPr>
        <p:grpSpPr>
          <a:xfrm rot="0">
            <a:off x="3199130" y="1710055"/>
            <a:ext cx="985520" cy="530225"/>
            <a:chOff x="4433" y="2659"/>
            <a:chExt cx="1734" cy="850"/>
          </a:xfrm>
        </p:grpSpPr>
        <p:sp>
          <p:nvSpPr>
            <p:cNvPr id="4" name="流程图: 过程 3"/>
            <p:cNvSpPr/>
            <p:nvPr/>
          </p:nvSpPr>
          <p:spPr>
            <a:xfrm>
              <a:off x="4433" y="2659"/>
              <a:ext cx="1734" cy="850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6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486" y="2794"/>
              <a:ext cx="1681" cy="5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12V</a:t>
              </a:r>
              <a:r>
                <a:rPr lang="zh-CN" altLang="en-US" sz="1600"/>
                <a:t>电源</a:t>
              </a:r>
              <a:endParaRPr lang="zh-CN" altLang="en-US" sz="1600"/>
            </a:p>
          </p:txBody>
        </p:sp>
      </p:grpSp>
      <p:grpSp>
        <p:nvGrpSpPr>
          <p:cNvPr id="9" name="组合 8"/>
          <p:cNvGrpSpPr/>
          <p:nvPr/>
        </p:nvGrpSpPr>
        <p:grpSpPr>
          <a:xfrm rot="0">
            <a:off x="10217785" y="1637030"/>
            <a:ext cx="893445" cy="467995"/>
            <a:chOff x="4433" y="2659"/>
            <a:chExt cx="1734" cy="850"/>
          </a:xfrm>
        </p:grpSpPr>
        <p:sp>
          <p:nvSpPr>
            <p:cNvPr id="10" name="流程图: 过程 9"/>
            <p:cNvSpPr/>
            <p:nvPr/>
          </p:nvSpPr>
          <p:spPr>
            <a:xfrm>
              <a:off x="4433" y="2659"/>
              <a:ext cx="1734" cy="850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6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486" y="2794"/>
              <a:ext cx="1681" cy="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sz="1600"/>
                <a:t>双电机</a:t>
              </a:r>
              <a:endParaRPr lang="zh-CN" sz="1600"/>
            </a:p>
          </p:txBody>
        </p:sp>
      </p:grpSp>
      <p:grpSp>
        <p:nvGrpSpPr>
          <p:cNvPr id="12" name="组合 11"/>
          <p:cNvGrpSpPr/>
          <p:nvPr/>
        </p:nvGrpSpPr>
        <p:grpSpPr>
          <a:xfrm rot="0">
            <a:off x="5433060" y="1584960"/>
            <a:ext cx="1525270" cy="530225"/>
            <a:chOff x="4433" y="2659"/>
            <a:chExt cx="1989" cy="850"/>
          </a:xfrm>
        </p:grpSpPr>
        <p:sp>
          <p:nvSpPr>
            <p:cNvPr id="13" name="流程图: 过程 12"/>
            <p:cNvSpPr/>
            <p:nvPr/>
          </p:nvSpPr>
          <p:spPr>
            <a:xfrm>
              <a:off x="4433" y="2659"/>
              <a:ext cx="1734" cy="850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6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486" y="2794"/>
              <a:ext cx="1936" cy="5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sz="1600"/>
                <a:t>稳压模块</a:t>
              </a:r>
              <a:endParaRPr lang="zh-CN" sz="1600"/>
            </a:p>
          </p:txBody>
        </p:sp>
      </p:grpSp>
      <p:cxnSp>
        <p:nvCxnSpPr>
          <p:cNvPr id="15" name="直接箭头连接符 14"/>
          <p:cNvCxnSpPr>
            <a:stCxn id="7" idx="3"/>
          </p:cNvCxnSpPr>
          <p:nvPr/>
        </p:nvCxnSpPr>
        <p:spPr>
          <a:xfrm>
            <a:off x="4184650" y="1963420"/>
            <a:ext cx="1227455" cy="31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478655" y="1582420"/>
            <a:ext cx="5619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12V</a:t>
            </a:r>
            <a:endParaRPr lang="en-US" altLang="zh-CN" sz="1200"/>
          </a:p>
        </p:txBody>
      </p:sp>
      <p:grpSp>
        <p:nvGrpSpPr>
          <p:cNvPr id="18" name="组合 17"/>
          <p:cNvGrpSpPr/>
          <p:nvPr/>
        </p:nvGrpSpPr>
        <p:grpSpPr>
          <a:xfrm rot="0">
            <a:off x="6762750" y="1579245"/>
            <a:ext cx="1227455" cy="275496"/>
            <a:chOff x="2287" y="4971"/>
            <a:chExt cx="1601" cy="442"/>
          </a:xfrm>
        </p:grpSpPr>
        <p:cxnSp>
          <p:nvCxnSpPr>
            <p:cNvPr id="19" name="直接箭头连接符 18"/>
            <p:cNvCxnSpPr/>
            <p:nvPr/>
          </p:nvCxnSpPr>
          <p:spPr>
            <a:xfrm>
              <a:off x="2287" y="5400"/>
              <a:ext cx="1601" cy="5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/>
            <p:cNvSpPr txBox="1"/>
            <p:nvPr/>
          </p:nvSpPr>
          <p:spPr>
            <a:xfrm>
              <a:off x="2643" y="4971"/>
              <a:ext cx="733" cy="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/>
                <a:t>12V</a:t>
              </a:r>
              <a:endParaRPr lang="en-US" altLang="zh-CN" sz="1200"/>
            </a:p>
          </p:txBody>
        </p:sp>
      </p:grpSp>
      <p:grpSp>
        <p:nvGrpSpPr>
          <p:cNvPr id="27" name="组合 26"/>
          <p:cNvGrpSpPr/>
          <p:nvPr/>
        </p:nvGrpSpPr>
        <p:grpSpPr>
          <a:xfrm rot="0">
            <a:off x="7990840" y="1579245"/>
            <a:ext cx="1057910" cy="633095"/>
            <a:chOff x="7393" y="5110"/>
            <a:chExt cx="1828" cy="1015"/>
          </a:xfrm>
        </p:grpSpPr>
        <p:sp>
          <p:nvSpPr>
            <p:cNvPr id="25" name="流程图: 过程 24"/>
            <p:cNvSpPr/>
            <p:nvPr/>
          </p:nvSpPr>
          <p:spPr>
            <a:xfrm>
              <a:off x="7393" y="5111"/>
              <a:ext cx="1828" cy="1014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6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7393" y="5110"/>
              <a:ext cx="1828" cy="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/>
                <a:t>MOS管驱动板模块</a:t>
              </a:r>
              <a:endParaRPr lang="zh-CN" altLang="en-US" sz="1600"/>
            </a:p>
          </p:txBody>
        </p:sp>
      </p:grpSp>
      <p:cxnSp>
        <p:nvCxnSpPr>
          <p:cNvPr id="28" name="直接箭头连接符 27"/>
          <p:cNvCxnSpPr>
            <a:stCxn id="26" idx="3"/>
            <a:endCxn id="10" idx="1"/>
          </p:cNvCxnSpPr>
          <p:nvPr/>
        </p:nvCxnSpPr>
        <p:spPr>
          <a:xfrm>
            <a:off x="9048750" y="1871345"/>
            <a:ext cx="116903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9100185" y="1579880"/>
            <a:ext cx="12122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PWM</a:t>
            </a:r>
            <a:r>
              <a:rPr lang="zh-CN" altLang="en-US" sz="1200"/>
              <a:t>（</a:t>
            </a:r>
            <a:r>
              <a:rPr lang="en-US" altLang="zh-CN" sz="1200"/>
              <a:t>12V</a:t>
            </a:r>
            <a:r>
              <a:rPr lang="zh-CN" altLang="en-US" sz="1200"/>
              <a:t>）</a:t>
            </a:r>
            <a:endParaRPr lang="zh-CN" altLang="en-US" sz="1200"/>
          </a:p>
        </p:txBody>
      </p:sp>
      <p:grpSp>
        <p:nvGrpSpPr>
          <p:cNvPr id="31" name="组合 30"/>
          <p:cNvGrpSpPr/>
          <p:nvPr/>
        </p:nvGrpSpPr>
        <p:grpSpPr>
          <a:xfrm rot="0">
            <a:off x="10189845" y="508635"/>
            <a:ext cx="904240" cy="530225"/>
            <a:chOff x="4433" y="2659"/>
            <a:chExt cx="1734" cy="850"/>
          </a:xfrm>
        </p:grpSpPr>
        <p:sp>
          <p:nvSpPr>
            <p:cNvPr id="32" name="流程图: 过程 31"/>
            <p:cNvSpPr/>
            <p:nvPr/>
          </p:nvSpPr>
          <p:spPr>
            <a:xfrm>
              <a:off x="4433" y="2659"/>
              <a:ext cx="1734" cy="850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60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4486" y="2794"/>
              <a:ext cx="1681" cy="5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/>
                <a:t>电磁铁</a:t>
              </a:r>
              <a:endParaRPr lang="zh-CN" altLang="en-US" sz="1600"/>
            </a:p>
          </p:txBody>
        </p:sp>
      </p:grpSp>
      <p:grpSp>
        <p:nvGrpSpPr>
          <p:cNvPr id="34" name="组合 33"/>
          <p:cNvGrpSpPr/>
          <p:nvPr/>
        </p:nvGrpSpPr>
        <p:grpSpPr>
          <a:xfrm rot="0">
            <a:off x="5363210" y="4663440"/>
            <a:ext cx="969645" cy="476817"/>
            <a:chOff x="4433" y="2659"/>
            <a:chExt cx="1734" cy="850"/>
          </a:xfrm>
        </p:grpSpPr>
        <p:sp>
          <p:nvSpPr>
            <p:cNvPr id="35" name="流程图: 过程 34"/>
            <p:cNvSpPr/>
            <p:nvPr/>
          </p:nvSpPr>
          <p:spPr>
            <a:xfrm>
              <a:off x="4433" y="2659"/>
              <a:ext cx="1734" cy="850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60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4486" y="2794"/>
              <a:ext cx="1681" cy="6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sz="1600"/>
                <a:t>机械臂</a:t>
              </a:r>
              <a:endParaRPr lang="zh-CN" sz="1600"/>
            </a:p>
          </p:txBody>
        </p:sp>
      </p:grpSp>
      <p:grpSp>
        <p:nvGrpSpPr>
          <p:cNvPr id="43" name="组合 42"/>
          <p:cNvGrpSpPr/>
          <p:nvPr/>
        </p:nvGrpSpPr>
        <p:grpSpPr>
          <a:xfrm rot="0">
            <a:off x="3190875" y="3348355"/>
            <a:ext cx="1038225" cy="583819"/>
            <a:chOff x="11812" y="5486"/>
            <a:chExt cx="1934" cy="1070"/>
          </a:xfrm>
        </p:grpSpPr>
        <p:sp>
          <p:nvSpPr>
            <p:cNvPr id="38" name="流程图: 过程 37"/>
            <p:cNvSpPr/>
            <p:nvPr/>
          </p:nvSpPr>
          <p:spPr>
            <a:xfrm>
              <a:off x="11812" y="5487"/>
              <a:ext cx="1808" cy="1015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6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1865" y="5486"/>
              <a:ext cx="1881" cy="10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sz="1600"/>
                <a:t>可调降压电源模块</a:t>
              </a:r>
              <a:endParaRPr sz="1600"/>
            </a:p>
          </p:txBody>
        </p:sp>
      </p:grpSp>
      <p:cxnSp>
        <p:nvCxnSpPr>
          <p:cNvPr id="41" name="直接箭头连接符 40"/>
          <p:cNvCxnSpPr/>
          <p:nvPr/>
        </p:nvCxnSpPr>
        <p:spPr>
          <a:xfrm flipV="1">
            <a:off x="8568055" y="2240280"/>
            <a:ext cx="635" cy="80581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8568055" y="2505075"/>
            <a:ext cx="12122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PWM</a:t>
            </a:r>
            <a:r>
              <a:rPr lang="zh-CN" altLang="en-US" sz="1200"/>
              <a:t>（</a:t>
            </a:r>
            <a:r>
              <a:rPr lang="en-US" altLang="zh-CN" sz="1200"/>
              <a:t>5V</a:t>
            </a:r>
            <a:r>
              <a:rPr lang="zh-CN" altLang="en-US" sz="1200"/>
              <a:t>）</a:t>
            </a:r>
            <a:endParaRPr lang="zh-CN" altLang="en-US" sz="1200"/>
          </a:p>
        </p:txBody>
      </p:sp>
      <p:cxnSp>
        <p:nvCxnSpPr>
          <p:cNvPr id="44" name="直接箭头连接符 43"/>
          <p:cNvCxnSpPr/>
          <p:nvPr/>
        </p:nvCxnSpPr>
        <p:spPr>
          <a:xfrm>
            <a:off x="3675380" y="2266315"/>
            <a:ext cx="1270" cy="10826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3965575" y="2586355"/>
            <a:ext cx="5619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12V</a:t>
            </a:r>
            <a:endParaRPr lang="en-US" altLang="zh-CN" sz="1200"/>
          </a:p>
        </p:txBody>
      </p:sp>
      <p:grpSp>
        <p:nvGrpSpPr>
          <p:cNvPr id="49" name="组合 48"/>
          <p:cNvGrpSpPr/>
          <p:nvPr/>
        </p:nvGrpSpPr>
        <p:grpSpPr>
          <a:xfrm rot="0">
            <a:off x="4146550" y="3220085"/>
            <a:ext cx="3677285" cy="275734"/>
            <a:chOff x="2287" y="5007"/>
            <a:chExt cx="1601" cy="442"/>
          </a:xfrm>
        </p:grpSpPr>
        <p:cxnSp>
          <p:nvCxnSpPr>
            <p:cNvPr id="50" name="直接箭头连接符 49"/>
            <p:cNvCxnSpPr/>
            <p:nvPr/>
          </p:nvCxnSpPr>
          <p:spPr>
            <a:xfrm>
              <a:off x="2287" y="5400"/>
              <a:ext cx="1601" cy="5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文本框 50"/>
            <p:cNvSpPr txBox="1"/>
            <p:nvPr/>
          </p:nvSpPr>
          <p:spPr>
            <a:xfrm>
              <a:off x="2895" y="5007"/>
              <a:ext cx="401" cy="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/>
                <a:t>7-12V</a:t>
              </a:r>
              <a:endParaRPr lang="en-US" altLang="zh-CN" sz="1200"/>
            </a:p>
          </p:txBody>
        </p:sp>
      </p:grpSp>
      <p:grpSp>
        <p:nvGrpSpPr>
          <p:cNvPr id="55" name="组合 54"/>
          <p:cNvGrpSpPr/>
          <p:nvPr/>
        </p:nvGrpSpPr>
        <p:grpSpPr>
          <a:xfrm rot="0">
            <a:off x="3164205" y="4631690"/>
            <a:ext cx="1139190" cy="596683"/>
            <a:chOff x="11812" y="5486"/>
            <a:chExt cx="1934" cy="1016"/>
          </a:xfrm>
        </p:grpSpPr>
        <p:sp>
          <p:nvSpPr>
            <p:cNvPr id="56" name="流程图: 过程 55"/>
            <p:cNvSpPr/>
            <p:nvPr/>
          </p:nvSpPr>
          <p:spPr>
            <a:xfrm>
              <a:off x="11812" y="5487"/>
              <a:ext cx="1808" cy="1015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60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1865" y="5486"/>
              <a:ext cx="1881" cy="9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sz="1600"/>
                <a:t>可调降压电源模块</a:t>
              </a:r>
              <a:endParaRPr sz="1600"/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3698875" y="4095750"/>
            <a:ext cx="6858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7-12V</a:t>
            </a:r>
            <a:endParaRPr lang="en-US" altLang="zh-CN" sz="1200"/>
          </a:p>
        </p:txBody>
      </p:sp>
      <p:cxnSp>
        <p:nvCxnSpPr>
          <p:cNvPr id="60" name="直接箭头连接符 59"/>
          <p:cNvCxnSpPr/>
          <p:nvPr/>
        </p:nvCxnSpPr>
        <p:spPr>
          <a:xfrm>
            <a:off x="3698875" y="3888105"/>
            <a:ext cx="4445" cy="74358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/>
          <p:cNvGrpSpPr/>
          <p:nvPr/>
        </p:nvGrpSpPr>
        <p:grpSpPr>
          <a:xfrm rot="0">
            <a:off x="4206875" y="4702175"/>
            <a:ext cx="1144270" cy="275734"/>
            <a:chOff x="2287" y="5007"/>
            <a:chExt cx="1601" cy="442"/>
          </a:xfrm>
        </p:grpSpPr>
        <p:cxnSp>
          <p:nvCxnSpPr>
            <p:cNvPr id="62" name="直接箭头连接符 61"/>
            <p:cNvCxnSpPr/>
            <p:nvPr/>
          </p:nvCxnSpPr>
          <p:spPr>
            <a:xfrm>
              <a:off x="2287" y="5400"/>
              <a:ext cx="1601" cy="5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本框 62"/>
            <p:cNvSpPr txBox="1"/>
            <p:nvPr/>
          </p:nvSpPr>
          <p:spPr>
            <a:xfrm>
              <a:off x="2646" y="5007"/>
              <a:ext cx="807" cy="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/>
                <a:t>7.8V</a:t>
              </a:r>
              <a:endParaRPr lang="en-US" altLang="zh-CN" sz="1200"/>
            </a:p>
          </p:txBody>
        </p:sp>
      </p:grpSp>
      <p:grpSp>
        <p:nvGrpSpPr>
          <p:cNvPr id="64" name="组合 63"/>
          <p:cNvGrpSpPr/>
          <p:nvPr/>
        </p:nvGrpSpPr>
        <p:grpSpPr>
          <a:xfrm rot="0">
            <a:off x="3134995" y="6008370"/>
            <a:ext cx="1071880" cy="633730"/>
            <a:chOff x="11812" y="5486"/>
            <a:chExt cx="1934" cy="1016"/>
          </a:xfrm>
        </p:grpSpPr>
        <p:sp>
          <p:nvSpPr>
            <p:cNvPr id="65" name="流程图: 过程 64"/>
            <p:cNvSpPr/>
            <p:nvPr/>
          </p:nvSpPr>
          <p:spPr>
            <a:xfrm>
              <a:off x="11812" y="5487"/>
              <a:ext cx="1808" cy="1015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60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11865" y="5486"/>
              <a:ext cx="1881" cy="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sz="1600"/>
                <a:t>可调降压电源模块</a:t>
              </a:r>
              <a:endParaRPr sz="1600"/>
            </a:p>
          </p:txBody>
        </p:sp>
      </p:grpSp>
      <p:grpSp>
        <p:nvGrpSpPr>
          <p:cNvPr id="69" name="组合 68"/>
          <p:cNvGrpSpPr/>
          <p:nvPr/>
        </p:nvGrpSpPr>
        <p:grpSpPr>
          <a:xfrm rot="0">
            <a:off x="3694430" y="5264785"/>
            <a:ext cx="763270" cy="743585"/>
            <a:chOff x="1534" y="6411"/>
            <a:chExt cx="995" cy="1192"/>
          </a:xfrm>
        </p:grpSpPr>
        <p:sp>
          <p:nvSpPr>
            <p:cNvPr id="67" name="文本框 66"/>
            <p:cNvSpPr txBox="1"/>
            <p:nvPr/>
          </p:nvSpPr>
          <p:spPr>
            <a:xfrm>
              <a:off x="1591" y="6790"/>
              <a:ext cx="938" cy="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/>
                <a:t>7.8V</a:t>
              </a:r>
              <a:endParaRPr lang="en-US" altLang="zh-CN" sz="1200"/>
            </a:p>
          </p:txBody>
        </p:sp>
        <p:cxnSp>
          <p:nvCxnSpPr>
            <p:cNvPr id="68" name="直接箭头连接符 67"/>
            <p:cNvCxnSpPr/>
            <p:nvPr/>
          </p:nvCxnSpPr>
          <p:spPr>
            <a:xfrm>
              <a:off x="1534" y="6411"/>
              <a:ext cx="6" cy="119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组合 69"/>
          <p:cNvGrpSpPr/>
          <p:nvPr/>
        </p:nvGrpSpPr>
        <p:grpSpPr>
          <a:xfrm rot="0">
            <a:off x="4146550" y="6071235"/>
            <a:ext cx="1063625" cy="275734"/>
            <a:chOff x="2287" y="5007"/>
            <a:chExt cx="1601" cy="442"/>
          </a:xfrm>
        </p:grpSpPr>
        <p:cxnSp>
          <p:nvCxnSpPr>
            <p:cNvPr id="71" name="直接箭头连接符 70"/>
            <p:cNvCxnSpPr/>
            <p:nvPr/>
          </p:nvCxnSpPr>
          <p:spPr>
            <a:xfrm>
              <a:off x="2287" y="5400"/>
              <a:ext cx="1601" cy="5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文本框 71"/>
            <p:cNvSpPr txBox="1"/>
            <p:nvPr/>
          </p:nvSpPr>
          <p:spPr>
            <a:xfrm>
              <a:off x="2646" y="5007"/>
              <a:ext cx="650" cy="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/>
                <a:t>5V</a:t>
              </a:r>
              <a:endParaRPr lang="en-US" altLang="zh-CN" sz="1200"/>
            </a:p>
          </p:txBody>
        </p:sp>
      </p:grpSp>
      <p:grpSp>
        <p:nvGrpSpPr>
          <p:cNvPr id="73" name="组合 72"/>
          <p:cNvGrpSpPr/>
          <p:nvPr/>
        </p:nvGrpSpPr>
        <p:grpSpPr>
          <a:xfrm rot="0">
            <a:off x="5297170" y="6075680"/>
            <a:ext cx="1290320" cy="530175"/>
            <a:chOff x="4433" y="2659"/>
            <a:chExt cx="1734" cy="850"/>
          </a:xfrm>
        </p:grpSpPr>
        <p:sp>
          <p:nvSpPr>
            <p:cNvPr id="74" name="流程图: 过程 73"/>
            <p:cNvSpPr/>
            <p:nvPr/>
          </p:nvSpPr>
          <p:spPr>
            <a:xfrm>
              <a:off x="4433" y="2659"/>
              <a:ext cx="1734" cy="850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60"/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4486" y="2794"/>
              <a:ext cx="1681" cy="5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/>
                <a:t>灰度传感器</a:t>
              </a:r>
              <a:endParaRPr lang="zh-CN" altLang="en-US" sz="1600"/>
            </a:p>
          </p:txBody>
        </p:sp>
      </p:grpSp>
      <p:grpSp>
        <p:nvGrpSpPr>
          <p:cNvPr id="78" name="组合 77"/>
          <p:cNvGrpSpPr/>
          <p:nvPr/>
        </p:nvGrpSpPr>
        <p:grpSpPr>
          <a:xfrm rot="0">
            <a:off x="8567420" y="767080"/>
            <a:ext cx="683260" cy="805815"/>
            <a:chOff x="8251" y="3815"/>
            <a:chExt cx="1582" cy="1292"/>
          </a:xfrm>
        </p:grpSpPr>
        <p:cxnSp>
          <p:nvCxnSpPr>
            <p:cNvPr id="76" name="直接箭头连接符 75"/>
            <p:cNvCxnSpPr/>
            <p:nvPr/>
          </p:nvCxnSpPr>
          <p:spPr>
            <a:xfrm flipV="1">
              <a:off x="8251" y="3815"/>
              <a:ext cx="1" cy="129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文本框 76"/>
            <p:cNvSpPr txBox="1"/>
            <p:nvPr/>
          </p:nvSpPr>
          <p:spPr>
            <a:xfrm>
              <a:off x="8252" y="4244"/>
              <a:ext cx="1581" cy="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/>
                <a:t>12V</a:t>
              </a:r>
              <a:endParaRPr lang="en-US" altLang="zh-CN" sz="1200"/>
            </a:p>
          </p:txBody>
        </p:sp>
      </p:grpSp>
      <p:cxnSp>
        <p:nvCxnSpPr>
          <p:cNvPr id="81" name="直接箭头连接符 80"/>
          <p:cNvCxnSpPr/>
          <p:nvPr/>
        </p:nvCxnSpPr>
        <p:spPr>
          <a:xfrm>
            <a:off x="6587490" y="6320790"/>
            <a:ext cx="2105025" cy="31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/>
          <p:nvPr/>
        </p:nvCxnSpPr>
        <p:spPr>
          <a:xfrm flipV="1">
            <a:off x="8692515" y="3862070"/>
            <a:ext cx="6350" cy="24542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/>
        </p:nvGrpSpPr>
        <p:grpSpPr>
          <a:xfrm rot="0">
            <a:off x="5297170" y="5531485"/>
            <a:ext cx="1099378" cy="476817"/>
            <a:chOff x="4433" y="2659"/>
            <a:chExt cx="1966" cy="850"/>
          </a:xfrm>
        </p:grpSpPr>
        <p:sp>
          <p:nvSpPr>
            <p:cNvPr id="85" name="流程图: 过程 84"/>
            <p:cNvSpPr/>
            <p:nvPr/>
          </p:nvSpPr>
          <p:spPr>
            <a:xfrm>
              <a:off x="4433" y="2659"/>
              <a:ext cx="1734" cy="850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60"/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4486" y="2794"/>
              <a:ext cx="1913" cy="6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sz="1600"/>
                <a:t>碰撞开关</a:t>
              </a:r>
              <a:endParaRPr lang="zh-CN" sz="1600"/>
            </a:p>
          </p:txBody>
        </p:sp>
      </p:grpSp>
      <p:cxnSp>
        <p:nvCxnSpPr>
          <p:cNvPr id="87" name="直接箭头连接符 86"/>
          <p:cNvCxnSpPr/>
          <p:nvPr/>
        </p:nvCxnSpPr>
        <p:spPr>
          <a:xfrm>
            <a:off x="6263005" y="5786755"/>
            <a:ext cx="242824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/>
          <p:nvPr/>
        </p:nvCxnSpPr>
        <p:spPr>
          <a:xfrm flipV="1">
            <a:off x="8567420" y="755650"/>
            <a:ext cx="1589405" cy="1143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组合 88"/>
          <p:cNvGrpSpPr/>
          <p:nvPr/>
        </p:nvGrpSpPr>
        <p:grpSpPr>
          <a:xfrm rot="0">
            <a:off x="10245090" y="4376420"/>
            <a:ext cx="866140" cy="417417"/>
            <a:chOff x="4433" y="2659"/>
            <a:chExt cx="1734" cy="850"/>
          </a:xfrm>
        </p:grpSpPr>
        <p:sp>
          <p:nvSpPr>
            <p:cNvPr id="90" name="流程图: 过程 89"/>
            <p:cNvSpPr/>
            <p:nvPr/>
          </p:nvSpPr>
          <p:spPr>
            <a:xfrm>
              <a:off x="4433" y="2659"/>
              <a:ext cx="1734" cy="850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60"/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4680" y="2738"/>
              <a:ext cx="1187" cy="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sz="1600"/>
                <a:t>电脑</a:t>
              </a:r>
              <a:endParaRPr lang="zh-CN" sz="1600"/>
            </a:p>
          </p:txBody>
        </p:sp>
      </p:grpSp>
      <p:sp>
        <p:nvSpPr>
          <p:cNvPr id="93" name="流程图: 过程 92"/>
          <p:cNvSpPr/>
          <p:nvPr/>
        </p:nvSpPr>
        <p:spPr>
          <a:xfrm>
            <a:off x="10231120" y="5552440"/>
            <a:ext cx="893445" cy="467995"/>
          </a:xfrm>
          <a:prstGeom prst="flowChartProcess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60"/>
          </a:p>
        </p:txBody>
      </p:sp>
      <p:sp>
        <p:nvSpPr>
          <p:cNvPr id="94" name="文本框 93"/>
          <p:cNvSpPr txBox="1"/>
          <p:nvPr/>
        </p:nvSpPr>
        <p:spPr>
          <a:xfrm>
            <a:off x="10258425" y="5626735"/>
            <a:ext cx="8661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600"/>
              <a:t>摄像头</a:t>
            </a:r>
            <a:endParaRPr lang="zh-CN" sz="1600"/>
          </a:p>
        </p:txBody>
      </p:sp>
      <p:cxnSp>
        <p:nvCxnSpPr>
          <p:cNvPr id="96" name="直接箭头连接符 95"/>
          <p:cNvCxnSpPr>
            <a:stCxn id="23" idx="3"/>
            <a:endCxn id="100" idx="1"/>
          </p:cNvCxnSpPr>
          <p:nvPr/>
        </p:nvCxnSpPr>
        <p:spPr>
          <a:xfrm>
            <a:off x="9447530" y="3422650"/>
            <a:ext cx="77025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组合 97"/>
          <p:cNvGrpSpPr/>
          <p:nvPr/>
        </p:nvGrpSpPr>
        <p:grpSpPr>
          <a:xfrm rot="0">
            <a:off x="10217567" y="3215640"/>
            <a:ext cx="1017490" cy="417417"/>
            <a:chOff x="4369" y="2659"/>
            <a:chExt cx="2037" cy="850"/>
          </a:xfrm>
        </p:grpSpPr>
        <p:sp>
          <p:nvSpPr>
            <p:cNvPr id="99" name="流程图: 过程 98"/>
            <p:cNvSpPr/>
            <p:nvPr/>
          </p:nvSpPr>
          <p:spPr>
            <a:xfrm>
              <a:off x="4433" y="2659"/>
              <a:ext cx="1734" cy="850"/>
            </a:xfrm>
            <a:prstGeom prst="flowChartProcess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60"/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4369" y="2737"/>
              <a:ext cx="2037" cy="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CP2102</a:t>
              </a:r>
              <a:endParaRPr lang="en-US" altLang="zh-CN" sz="1600"/>
            </a:p>
          </p:txBody>
        </p:sp>
      </p:grpSp>
      <p:cxnSp>
        <p:nvCxnSpPr>
          <p:cNvPr id="101" name="直接箭头连接符 100"/>
          <p:cNvCxnSpPr/>
          <p:nvPr/>
        </p:nvCxnSpPr>
        <p:spPr>
          <a:xfrm>
            <a:off x="10680700" y="3632835"/>
            <a:ext cx="4445" cy="74358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/>
          <p:nvPr/>
        </p:nvCxnSpPr>
        <p:spPr>
          <a:xfrm>
            <a:off x="10676255" y="4793615"/>
            <a:ext cx="4445" cy="74358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62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</Words>
  <Application>WPS 演示</Application>
  <PresentationFormat>宽屏</PresentationFormat>
  <Paragraphs>52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宋体</vt:lpstr>
      <vt:lpstr>Wingdings</vt:lpstr>
      <vt:lpstr>微软雅黑</vt:lpstr>
      <vt:lpstr>Arial Unicode MS</vt:lpstr>
      <vt:lpstr>Office 主题​​</vt:lpstr>
      <vt:lpstr>空白演示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炫</cp:lastModifiedBy>
  <cp:revision>26</cp:revision>
  <dcterms:created xsi:type="dcterms:W3CDTF">2019-06-19T02:08:00Z</dcterms:created>
  <dcterms:modified xsi:type="dcterms:W3CDTF">2020-12-16T07:19:59Z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</Properties>
</file>